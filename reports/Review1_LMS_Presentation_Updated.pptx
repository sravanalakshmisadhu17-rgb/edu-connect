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8C18CB-9601-43C1-B1D2-49D91C7E3A8A}" v="143" dt="2026-08-01T05:23:00.559"/>
    <p1510:client id="{4949835C-31BB-987C-6733-A379D7E07D15}" v="4" dt="2026-07-31T08:11:03.8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4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40" y="3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4949835C-31BB-987C-6733-A379D7E07D15}"/>
    <pc:docChg chg="mod modSld addMainMaster delMainMaster">
      <pc:chgData name="Guest User" userId="" providerId="Windows Live" clId="Web-{4949835C-31BB-987C-6733-A379D7E07D15}" dt="2026-07-31T08:11:03.883" v="3"/>
      <pc:docMkLst>
        <pc:docMk/>
      </pc:docMkLst>
      <pc:sldChg chg="modSp mod modClrScheme chgLayout">
        <pc:chgData name="Guest User" userId="" providerId="Windows Live" clId="Web-{4949835C-31BB-987C-6733-A379D7E07D15}" dt="2026-07-31T08:10:51.961" v="1"/>
        <pc:sldMkLst>
          <pc:docMk/>
          <pc:sldMk cId="0" sldId="256"/>
        </pc:sldMkLst>
        <pc:spChg chg="mod ord">
          <ac:chgData name="Guest User" userId="" providerId="Windows Live" clId="Web-{4949835C-31BB-987C-6733-A379D7E07D15}" dt="2026-07-31T08:10:51.961" v="1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Guest User" userId="" providerId="Windows Live" clId="Web-{4949835C-31BB-987C-6733-A379D7E07D15}" dt="2026-07-31T08:10:51.961" v="1"/>
          <ac:spMkLst>
            <pc:docMk/>
            <pc:sldMk cId="0" sldId="256"/>
            <ac:spMk id="3" creationId="{00000000-0000-0000-0000-000000000000}"/>
          </ac:spMkLst>
        </pc:spChg>
      </pc:sldChg>
      <pc:sldChg chg="modSp mod modClrScheme chgLayout">
        <pc:chgData name="Guest User" userId="" providerId="Windows Live" clId="Web-{4949835C-31BB-987C-6733-A379D7E07D15}" dt="2026-07-31T08:10:51.961" v="1"/>
        <pc:sldMkLst>
          <pc:docMk/>
          <pc:sldMk cId="0" sldId="257"/>
        </pc:sldMkLst>
        <pc:spChg chg="mod ord">
          <ac:chgData name="Guest User" userId="" providerId="Windows Live" clId="Web-{4949835C-31BB-987C-6733-A379D7E07D15}" dt="2026-07-31T08:10:51.961" v="1"/>
          <ac:spMkLst>
            <pc:docMk/>
            <pc:sldMk cId="0" sldId="257"/>
            <ac:spMk id="2" creationId="{00000000-0000-0000-0000-000000000000}"/>
          </ac:spMkLst>
        </pc:spChg>
        <pc:spChg chg="mod ord">
          <ac:chgData name="Guest User" userId="" providerId="Windows Live" clId="Web-{4949835C-31BB-987C-6733-A379D7E07D15}" dt="2026-07-31T08:10:51.961" v="1"/>
          <ac:spMkLst>
            <pc:docMk/>
            <pc:sldMk cId="0" sldId="257"/>
            <ac:spMk id="3" creationId="{00000000-0000-0000-0000-000000000000}"/>
          </ac:spMkLst>
        </pc:spChg>
      </pc:sldChg>
      <pc:sldChg chg="modSp mod modClrScheme chgLayout">
        <pc:chgData name="Guest User" userId="" providerId="Windows Live" clId="Web-{4949835C-31BB-987C-6733-A379D7E07D15}" dt="2026-07-31T08:10:51.961" v="1"/>
        <pc:sldMkLst>
          <pc:docMk/>
          <pc:sldMk cId="0" sldId="258"/>
        </pc:sldMkLst>
        <pc:spChg chg="mod ord">
          <ac:chgData name="Guest User" userId="" providerId="Windows Live" clId="Web-{4949835C-31BB-987C-6733-A379D7E07D15}" dt="2026-07-31T08:10:51.961" v="1"/>
          <ac:spMkLst>
            <pc:docMk/>
            <pc:sldMk cId="0" sldId="258"/>
            <ac:spMk id="2" creationId="{00000000-0000-0000-0000-000000000000}"/>
          </ac:spMkLst>
        </pc:spChg>
        <pc:spChg chg="mod ord">
          <ac:chgData name="Guest User" userId="" providerId="Windows Live" clId="Web-{4949835C-31BB-987C-6733-A379D7E07D15}" dt="2026-07-31T08:10:51.961" v="1"/>
          <ac:spMkLst>
            <pc:docMk/>
            <pc:sldMk cId="0" sldId="258"/>
            <ac:spMk id="3" creationId="{00000000-0000-0000-0000-000000000000}"/>
          </ac:spMkLst>
        </pc:spChg>
      </pc:sldChg>
      <pc:sldChg chg="modSp mod modClrScheme chgLayout">
        <pc:chgData name="Guest User" userId="" providerId="Windows Live" clId="Web-{4949835C-31BB-987C-6733-A379D7E07D15}" dt="2026-07-31T08:10:51.961" v="1"/>
        <pc:sldMkLst>
          <pc:docMk/>
          <pc:sldMk cId="0" sldId="259"/>
        </pc:sldMkLst>
        <pc:spChg chg="mod ord">
          <ac:chgData name="Guest User" userId="" providerId="Windows Live" clId="Web-{4949835C-31BB-987C-6733-A379D7E07D15}" dt="2026-07-31T08:10:51.961" v="1"/>
          <ac:spMkLst>
            <pc:docMk/>
            <pc:sldMk cId="0" sldId="259"/>
            <ac:spMk id="2" creationId="{00000000-0000-0000-0000-000000000000}"/>
          </ac:spMkLst>
        </pc:spChg>
        <pc:spChg chg="mod ord">
          <ac:chgData name="Guest User" userId="" providerId="Windows Live" clId="Web-{4949835C-31BB-987C-6733-A379D7E07D15}" dt="2026-07-31T08:10:51.961" v="1"/>
          <ac:spMkLst>
            <pc:docMk/>
            <pc:sldMk cId="0" sldId="259"/>
            <ac:spMk id="3" creationId="{00000000-0000-0000-0000-000000000000}"/>
          </ac:spMkLst>
        </pc:spChg>
      </pc:sldChg>
      <pc:sldChg chg="modSp mod modClrScheme chgLayout">
        <pc:chgData name="Guest User" userId="" providerId="Windows Live" clId="Web-{4949835C-31BB-987C-6733-A379D7E07D15}" dt="2026-07-31T08:10:51.961" v="1"/>
        <pc:sldMkLst>
          <pc:docMk/>
          <pc:sldMk cId="0" sldId="260"/>
        </pc:sldMkLst>
        <pc:spChg chg="mod ord">
          <ac:chgData name="Guest User" userId="" providerId="Windows Live" clId="Web-{4949835C-31BB-987C-6733-A379D7E07D15}" dt="2026-07-31T08:10:51.961" v="1"/>
          <ac:spMkLst>
            <pc:docMk/>
            <pc:sldMk cId="0" sldId="260"/>
            <ac:spMk id="2" creationId="{00000000-0000-0000-0000-000000000000}"/>
          </ac:spMkLst>
        </pc:spChg>
        <pc:spChg chg="mod ord">
          <ac:chgData name="Guest User" userId="" providerId="Windows Live" clId="Web-{4949835C-31BB-987C-6733-A379D7E07D15}" dt="2026-07-31T08:10:51.961" v="1"/>
          <ac:spMkLst>
            <pc:docMk/>
            <pc:sldMk cId="0" sldId="260"/>
            <ac:spMk id="8" creationId="{640597C7-5F7D-3736-1DE1-04070DADA0BA}"/>
          </ac:spMkLst>
        </pc:spChg>
      </pc:sldChg>
      <pc:sldChg chg="modSp mod modClrScheme chgLayout">
        <pc:chgData name="Guest User" userId="" providerId="Windows Live" clId="Web-{4949835C-31BB-987C-6733-A379D7E07D15}" dt="2026-07-31T08:10:51.961" v="1"/>
        <pc:sldMkLst>
          <pc:docMk/>
          <pc:sldMk cId="0" sldId="261"/>
        </pc:sldMkLst>
        <pc:spChg chg="mod ord">
          <ac:chgData name="Guest User" userId="" providerId="Windows Live" clId="Web-{4949835C-31BB-987C-6733-A379D7E07D15}" dt="2026-07-31T08:10:51.961" v="1"/>
          <ac:spMkLst>
            <pc:docMk/>
            <pc:sldMk cId="0" sldId="261"/>
            <ac:spMk id="2" creationId="{00000000-0000-0000-0000-000000000000}"/>
          </ac:spMkLst>
        </pc:spChg>
        <pc:graphicFrameChg chg="mod ord">
          <ac:chgData name="Guest User" userId="" providerId="Windows Live" clId="Web-{4949835C-31BB-987C-6733-A379D7E07D15}" dt="2026-07-31T08:10:51.961" v="1"/>
          <ac:graphicFrameMkLst>
            <pc:docMk/>
            <pc:sldMk cId="0" sldId="261"/>
            <ac:graphicFrameMk id="4" creationId="{99F40965-FBAD-8762-5F5A-F8DF256AA5CA}"/>
          </ac:graphicFrameMkLst>
        </pc:graphicFrameChg>
      </pc:sldChg>
      <pc:sldChg chg="modSp mod modClrScheme chgLayout">
        <pc:chgData name="Guest User" userId="" providerId="Windows Live" clId="Web-{4949835C-31BB-987C-6733-A379D7E07D15}" dt="2026-07-31T08:10:51.961" v="1"/>
        <pc:sldMkLst>
          <pc:docMk/>
          <pc:sldMk cId="0" sldId="262"/>
        </pc:sldMkLst>
        <pc:spChg chg="mod ord">
          <ac:chgData name="Guest User" userId="" providerId="Windows Live" clId="Web-{4949835C-31BB-987C-6733-A379D7E07D15}" dt="2026-07-31T08:10:51.961" v="1"/>
          <ac:spMkLst>
            <pc:docMk/>
            <pc:sldMk cId="0" sldId="262"/>
            <ac:spMk id="2" creationId="{00000000-0000-0000-0000-000000000000}"/>
          </ac:spMkLst>
        </pc:spChg>
        <pc:spChg chg="mod ord">
          <ac:chgData name="Guest User" userId="" providerId="Windows Live" clId="Web-{4949835C-31BB-987C-6733-A379D7E07D15}" dt="2026-07-31T08:10:51.961" v="1"/>
          <ac:spMkLst>
            <pc:docMk/>
            <pc:sldMk cId="0" sldId="262"/>
            <ac:spMk id="3" creationId="{00000000-0000-0000-0000-000000000000}"/>
          </ac:spMkLst>
        </pc:spChg>
      </pc:sldChg>
      <pc:sldChg chg="mod modClrScheme chgLayout">
        <pc:chgData name="Guest User" userId="" providerId="Windows Live" clId="Web-{4949835C-31BB-987C-6733-A379D7E07D15}" dt="2026-07-31T08:10:51.961" v="1"/>
        <pc:sldMkLst>
          <pc:docMk/>
          <pc:sldMk cId="2012608620" sldId="263"/>
        </pc:sldMkLst>
      </pc:sldChg>
      <pc:sldMasterChg chg="del delSldLayout">
        <pc:chgData name="Guest User" userId="" providerId="Windows Live" clId="Web-{4949835C-31BB-987C-6733-A379D7E07D15}" dt="2026-07-31T08:10:45.992" v="0"/>
        <pc:sldMasterMkLst>
          <pc:docMk/>
          <pc:sldMasterMk cId="1516034160" sldId="2147483719"/>
        </pc:sldMasterMkLst>
        <pc:sldLayoutChg chg="del">
          <pc:chgData name="Guest User" userId="" providerId="Windows Live" clId="Web-{4949835C-31BB-987C-6733-A379D7E07D15}" dt="2026-07-31T08:10:45.992" v="0"/>
          <pc:sldLayoutMkLst>
            <pc:docMk/>
            <pc:sldMasterMk cId="1516034160" sldId="2147483719"/>
            <pc:sldLayoutMk cId="1814997709" sldId="2147483720"/>
          </pc:sldLayoutMkLst>
        </pc:sldLayoutChg>
        <pc:sldLayoutChg chg="del">
          <pc:chgData name="Guest User" userId="" providerId="Windows Live" clId="Web-{4949835C-31BB-987C-6733-A379D7E07D15}" dt="2026-07-31T08:10:45.992" v="0"/>
          <pc:sldLayoutMkLst>
            <pc:docMk/>
            <pc:sldMasterMk cId="1516034160" sldId="2147483719"/>
            <pc:sldLayoutMk cId="2693662136" sldId="2147483721"/>
          </pc:sldLayoutMkLst>
        </pc:sldLayoutChg>
        <pc:sldLayoutChg chg="del">
          <pc:chgData name="Guest User" userId="" providerId="Windows Live" clId="Web-{4949835C-31BB-987C-6733-A379D7E07D15}" dt="2026-07-31T08:10:45.992" v="0"/>
          <pc:sldLayoutMkLst>
            <pc:docMk/>
            <pc:sldMasterMk cId="1516034160" sldId="2147483719"/>
            <pc:sldLayoutMk cId="3011224081" sldId="2147483722"/>
          </pc:sldLayoutMkLst>
        </pc:sldLayoutChg>
        <pc:sldLayoutChg chg="del">
          <pc:chgData name="Guest User" userId="" providerId="Windows Live" clId="Web-{4949835C-31BB-987C-6733-A379D7E07D15}" dt="2026-07-31T08:10:45.992" v="0"/>
          <pc:sldLayoutMkLst>
            <pc:docMk/>
            <pc:sldMasterMk cId="1516034160" sldId="2147483719"/>
            <pc:sldLayoutMk cId="2096021254" sldId="2147483723"/>
          </pc:sldLayoutMkLst>
        </pc:sldLayoutChg>
        <pc:sldLayoutChg chg="del">
          <pc:chgData name="Guest User" userId="" providerId="Windows Live" clId="Web-{4949835C-31BB-987C-6733-A379D7E07D15}" dt="2026-07-31T08:10:45.992" v="0"/>
          <pc:sldLayoutMkLst>
            <pc:docMk/>
            <pc:sldMasterMk cId="1516034160" sldId="2147483719"/>
            <pc:sldLayoutMk cId="1361949697" sldId="2147483724"/>
          </pc:sldLayoutMkLst>
        </pc:sldLayoutChg>
        <pc:sldLayoutChg chg="del">
          <pc:chgData name="Guest User" userId="" providerId="Windows Live" clId="Web-{4949835C-31BB-987C-6733-A379D7E07D15}" dt="2026-07-31T08:10:45.992" v="0"/>
          <pc:sldLayoutMkLst>
            <pc:docMk/>
            <pc:sldMasterMk cId="1516034160" sldId="2147483719"/>
            <pc:sldLayoutMk cId="2984323900" sldId="2147483725"/>
          </pc:sldLayoutMkLst>
        </pc:sldLayoutChg>
        <pc:sldLayoutChg chg="del">
          <pc:chgData name="Guest User" userId="" providerId="Windows Live" clId="Web-{4949835C-31BB-987C-6733-A379D7E07D15}" dt="2026-07-31T08:10:45.992" v="0"/>
          <pc:sldLayoutMkLst>
            <pc:docMk/>
            <pc:sldMasterMk cId="1516034160" sldId="2147483719"/>
            <pc:sldLayoutMk cId="2370878169" sldId="2147483726"/>
          </pc:sldLayoutMkLst>
        </pc:sldLayoutChg>
        <pc:sldLayoutChg chg="del">
          <pc:chgData name="Guest User" userId="" providerId="Windows Live" clId="Web-{4949835C-31BB-987C-6733-A379D7E07D15}" dt="2026-07-31T08:10:45.992" v="0"/>
          <pc:sldLayoutMkLst>
            <pc:docMk/>
            <pc:sldMasterMk cId="1516034160" sldId="2147483719"/>
            <pc:sldLayoutMk cId="2658289289" sldId="2147483727"/>
          </pc:sldLayoutMkLst>
        </pc:sldLayoutChg>
        <pc:sldLayoutChg chg="del">
          <pc:chgData name="Guest User" userId="" providerId="Windows Live" clId="Web-{4949835C-31BB-987C-6733-A379D7E07D15}" dt="2026-07-31T08:10:45.992" v="0"/>
          <pc:sldLayoutMkLst>
            <pc:docMk/>
            <pc:sldMasterMk cId="1516034160" sldId="2147483719"/>
            <pc:sldLayoutMk cId="1114339028" sldId="2147483728"/>
          </pc:sldLayoutMkLst>
        </pc:sldLayoutChg>
        <pc:sldLayoutChg chg="del">
          <pc:chgData name="Guest User" userId="" providerId="Windows Live" clId="Web-{4949835C-31BB-987C-6733-A379D7E07D15}" dt="2026-07-31T08:10:45.992" v="0"/>
          <pc:sldLayoutMkLst>
            <pc:docMk/>
            <pc:sldMasterMk cId="1516034160" sldId="2147483719"/>
            <pc:sldLayoutMk cId="595206645" sldId="2147483729"/>
          </pc:sldLayoutMkLst>
        </pc:sldLayoutChg>
        <pc:sldLayoutChg chg="del">
          <pc:chgData name="Guest User" userId="" providerId="Windows Live" clId="Web-{4949835C-31BB-987C-6733-A379D7E07D15}" dt="2026-07-31T08:10:45.992" v="0"/>
          <pc:sldLayoutMkLst>
            <pc:docMk/>
            <pc:sldMasterMk cId="1516034160" sldId="2147483719"/>
            <pc:sldLayoutMk cId="617646886" sldId="2147483730"/>
          </pc:sldLayoutMkLst>
        </pc:sldLayoutChg>
        <pc:sldLayoutChg chg="del">
          <pc:chgData name="Guest User" userId="" providerId="Windows Live" clId="Web-{4949835C-31BB-987C-6733-A379D7E07D15}" dt="2026-07-31T08:10:45.992" v="0"/>
          <pc:sldLayoutMkLst>
            <pc:docMk/>
            <pc:sldMasterMk cId="1516034160" sldId="2147483719"/>
            <pc:sldLayoutMk cId="3578022158" sldId="2147483731"/>
          </pc:sldLayoutMkLst>
        </pc:sldLayoutChg>
        <pc:sldLayoutChg chg="del">
          <pc:chgData name="Guest User" userId="" providerId="Windows Live" clId="Web-{4949835C-31BB-987C-6733-A379D7E07D15}" dt="2026-07-31T08:10:45.992" v="0"/>
          <pc:sldLayoutMkLst>
            <pc:docMk/>
            <pc:sldMasterMk cId="1516034160" sldId="2147483719"/>
            <pc:sldLayoutMk cId="110390277" sldId="2147483732"/>
          </pc:sldLayoutMkLst>
        </pc:sldLayoutChg>
        <pc:sldLayoutChg chg="del">
          <pc:chgData name="Guest User" userId="" providerId="Windows Live" clId="Web-{4949835C-31BB-987C-6733-A379D7E07D15}" dt="2026-07-31T08:10:45.992" v="0"/>
          <pc:sldLayoutMkLst>
            <pc:docMk/>
            <pc:sldMasterMk cId="1516034160" sldId="2147483719"/>
            <pc:sldLayoutMk cId="1769891496" sldId="2147483733"/>
          </pc:sldLayoutMkLst>
        </pc:sldLayoutChg>
        <pc:sldLayoutChg chg="del">
          <pc:chgData name="Guest User" userId="" providerId="Windows Live" clId="Web-{4949835C-31BB-987C-6733-A379D7E07D15}" dt="2026-07-31T08:10:45.992" v="0"/>
          <pc:sldLayoutMkLst>
            <pc:docMk/>
            <pc:sldMasterMk cId="1516034160" sldId="2147483719"/>
            <pc:sldLayoutMk cId="3049480695" sldId="2147483734"/>
          </pc:sldLayoutMkLst>
        </pc:sldLayoutChg>
        <pc:sldLayoutChg chg="del">
          <pc:chgData name="Guest User" userId="" providerId="Windows Live" clId="Web-{4949835C-31BB-987C-6733-A379D7E07D15}" dt="2026-07-31T08:10:45.992" v="0"/>
          <pc:sldLayoutMkLst>
            <pc:docMk/>
            <pc:sldMasterMk cId="1516034160" sldId="2147483719"/>
            <pc:sldLayoutMk cId="1259844197" sldId="2147483735"/>
          </pc:sldLayoutMkLst>
        </pc:sldLayoutChg>
        <pc:sldLayoutChg chg="del">
          <pc:chgData name="Guest User" userId="" providerId="Windows Live" clId="Web-{4949835C-31BB-987C-6733-A379D7E07D15}" dt="2026-07-31T08:10:45.992" v="0"/>
          <pc:sldLayoutMkLst>
            <pc:docMk/>
            <pc:sldMasterMk cId="1516034160" sldId="2147483719"/>
            <pc:sldLayoutMk cId="807288484" sldId="2147483736"/>
          </pc:sldLayoutMkLst>
        </pc:sldLayoutChg>
        <pc:sldLayoutChg chg="del">
          <pc:chgData name="Guest User" userId="" providerId="Windows Live" clId="Web-{4949835C-31BB-987C-6733-A379D7E07D15}" dt="2026-07-31T08:10:45.992" v="0"/>
          <pc:sldLayoutMkLst>
            <pc:docMk/>
            <pc:sldMasterMk cId="1516034160" sldId="2147483719"/>
            <pc:sldLayoutMk cId="1802075705" sldId="2147483737"/>
          </pc:sldLayoutMkLst>
        </pc:sldLayoutChg>
      </pc:sldMasterChg>
      <pc:sldMasterChg chg="add del addSldLayout delSldLayout modSldLayout">
        <pc:chgData name="Guest User" userId="" providerId="Windows Live" clId="Web-{4949835C-31BB-987C-6733-A379D7E07D15}" dt="2026-07-31T08:10:51.961" v="1"/>
        <pc:sldMasterMkLst>
          <pc:docMk/>
          <pc:sldMasterMk cId="1850728697" sldId="2147483738"/>
        </pc:sldMasterMkLst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3119234531" sldId="2147483739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2624541958" sldId="2147483740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868927431" sldId="2147483741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2237743744" sldId="2147483742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1342994802" sldId="2147483743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2356111531" sldId="2147483744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297177488" sldId="2147483745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1055959155" sldId="2147483746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882764471" sldId="2147483747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2485885933" sldId="2147483748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1708969154" sldId="2147483749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2243804149" sldId="2147483750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2104785034" sldId="2147483751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1283904303" sldId="2147483752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2856554231" sldId="2147483753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2149757032" sldId="2147483754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3462996524" sldId="2147483755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2319157202" sldId="2147483756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1927521354" sldId="2147483757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3527028854" sldId="2147483758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322690390" sldId="2147483759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1867977107" sldId="2147483760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4251723191" sldId="2147483761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2117558531" sldId="2147483762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2261165469" sldId="2147483763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3240507149" sldId="2147483764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732246512" sldId="2147483765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906724187" sldId="2147483766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1812773847" sldId="2147483767"/>
          </pc:sldLayoutMkLst>
        </pc:sldLayoutChg>
        <pc:sldLayoutChg chg="add del mod replId">
          <pc:chgData name="Guest User" userId="" providerId="Windows Live" clId="Web-{4949835C-31BB-987C-6733-A379D7E07D15}" dt="2026-07-31T08:10:51.961" v="1"/>
          <pc:sldLayoutMkLst>
            <pc:docMk/>
            <pc:sldMasterMk cId="1850728697" sldId="2147483738"/>
            <pc:sldLayoutMk cId="890074735" sldId="2147483768"/>
          </pc:sldLayoutMkLst>
        </pc:sldLayoutChg>
      </pc:sldMasterChg>
      <pc:sldMasterChg chg="add addSldLayout modSldLayout">
        <pc:chgData name="Guest User" userId="" providerId="Windows Live" clId="Web-{4949835C-31BB-987C-6733-A379D7E07D15}" dt="2026-07-31T08:10:51.961" v="1"/>
        <pc:sldMasterMkLst>
          <pc:docMk/>
          <pc:sldMasterMk cId="981851514" sldId="2147483769"/>
        </pc:sldMasterMkLst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1272576079" sldId="2147483770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4073072322" sldId="2147483771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769406083" sldId="2147483772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3068749549" sldId="2147483773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1259028553" sldId="2147483774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1081250150" sldId="2147483775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4022186724" sldId="2147483776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4083144495" sldId="2147483777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830823089" sldId="2147483778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1341147783" sldId="2147483779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3578990315" sldId="2147483780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1234254894" sldId="2147483781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3367371028" sldId="2147483782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410181941" sldId="2147483783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2597682708" sldId="2147483784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3600077395" sldId="2147483785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2092825946" sldId="2147483786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4009897929" sldId="2147483787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1815782697" sldId="2147483788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1501145136" sldId="2147483789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2691934843" sldId="2147483790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2502955106" sldId="2147483791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2743243540" sldId="2147483792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2155399505" sldId="2147483793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2241266266" sldId="2147483794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197191875" sldId="2147483795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4038953069" sldId="2147483796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2921174637" sldId="2147483797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4137305984" sldId="2147483798"/>
          </pc:sldLayoutMkLst>
        </pc:sldLayoutChg>
        <pc:sldLayoutChg chg="add mod replId">
          <pc:chgData name="Guest User" userId="" providerId="Windows Live" clId="Web-{4949835C-31BB-987C-6733-A379D7E07D15}" dt="2026-07-31T08:10:51.961" v="1"/>
          <pc:sldLayoutMkLst>
            <pc:docMk/>
            <pc:sldMasterMk cId="981851514" sldId="2147483769"/>
            <pc:sldLayoutMk cId="498495446" sldId="2147483799"/>
          </pc:sldLayoutMkLst>
        </pc:sldLayoutChg>
      </pc:sldMasterChg>
    </pc:docChg>
  </pc:docChgLst>
  <pc:docChgLst>
    <pc:chgData name="Sravana Lakskmi Sadhu" userId="a79f4e0bf8206713" providerId="LiveId" clId="{C139EEA4-0E41-4A64-9FDA-F2D328B196E9}"/>
    <pc:docChg chg="undo custSel addSld delSld modSld">
      <pc:chgData name="Sravana Lakskmi Sadhu" userId="a79f4e0bf8206713" providerId="LiveId" clId="{C139EEA4-0E41-4A64-9FDA-F2D328B196E9}" dt="2026-08-01T05:48:56.231" v="2516" actId="14100"/>
      <pc:docMkLst>
        <pc:docMk/>
      </pc:docMkLst>
      <pc:sldChg chg="addSp delSp modSp mod modTransition">
        <pc:chgData name="Sravana Lakskmi Sadhu" userId="a79f4e0bf8206713" providerId="LiveId" clId="{C139EEA4-0E41-4A64-9FDA-F2D328B196E9}" dt="2026-08-01T05:48:56.231" v="2516" actId="14100"/>
        <pc:sldMkLst>
          <pc:docMk/>
          <pc:sldMk cId="0" sldId="256"/>
        </pc:sldMkLst>
        <pc:spChg chg="mod">
          <ac:chgData name="Sravana Lakskmi Sadhu" userId="a79f4e0bf8206713" providerId="LiveId" clId="{C139EEA4-0E41-4A64-9FDA-F2D328B196E9}" dt="2026-07-31T08:13:55.208" v="1742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ravana Lakskmi Sadhu" userId="a79f4e0bf8206713" providerId="LiveId" clId="{C139EEA4-0E41-4A64-9FDA-F2D328B196E9}" dt="2026-08-01T04:48:25.308" v="1834" actId="20577"/>
          <ac:spMkLst>
            <pc:docMk/>
            <pc:sldMk cId="0" sldId="256"/>
            <ac:spMk id="3" creationId="{00000000-0000-0000-0000-000000000000}"/>
          </ac:spMkLst>
        </pc:spChg>
        <pc:picChg chg="add del mod">
          <ac:chgData name="Sravana Lakskmi Sadhu" userId="a79f4e0bf8206713" providerId="LiveId" clId="{C139EEA4-0E41-4A64-9FDA-F2D328B196E9}" dt="2026-07-31T08:14:41.392" v="1744" actId="21"/>
          <ac:picMkLst>
            <pc:docMk/>
            <pc:sldMk cId="0" sldId="256"/>
            <ac:picMk id="5" creationId="{1405BF9A-4B26-567E-5578-BF85C9D1A01E}"/>
          </ac:picMkLst>
        </pc:picChg>
        <pc:picChg chg="add del mod">
          <ac:chgData name="Sravana Lakskmi Sadhu" userId="a79f4e0bf8206713" providerId="LiveId" clId="{C139EEA4-0E41-4A64-9FDA-F2D328B196E9}" dt="2026-07-31T08:14:55.974" v="1746" actId="21"/>
          <ac:picMkLst>
            <pc:docMk/>
            <pc:sldMk cId="0" sldId="256"/>
            <ac:picMk id="7" creationId="{C09140C2-A39C-147B-71ED-AA2B394A3FED}"/>
          </ac:picMkLst>
        </pc:picChg>
        <pc:picChg chg="add mod">
          <ac:chgData name="Sravana Lakskmi Sadhu" userId="a79f4e0bf8206713" providerId="LiveId" clId="{C139EEA4-0E41-4A64-9FDA-F2D328B196E9}" dt="2026-08-01T05:48:56.231" v="2516" actId="14100"/>
          <ac:picMkLst>
            <pc:docMk/>
            <pc:sldMk cId="0" sldId="256"/>
            <ac:picMk id="9" creationId="{1642A679-AA7C-1D67-62AF-EB361787DC28}"/>
          </ac:picMkLst>
        </pc:picChg>
      </pc:sldChg>
      <pc:sldChg chg="addSp delSp modSp mod modTransition">
        <pc:chgData name="Sravana Lakskmi Sadhu" userId="a79f4e0bf8206713" providerId="LiveId" clId="{C139EEA4-0E41-4A64-9FDA-F2D328B196E9}" dt="2026-08-01T05:44:42.315" v="2515" actId="1076"/>
        <pc:sldMkLst>
          <pc:docMk/>
          <pc:sldMk cId="0" sldId="257"/>
        </pc:sldMkLst>
        <pc:spChg chg="mod">
          <ac:chgData name="Sravana Lakskmi Sadhu" userId="a79f4e0bf8206713" providerId="LiveId" clId="{C139EEA4-0E41-4A64-9FDA-F2D328B196E9}" dt="2026-08-01T05:44:32.074" v="2513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Sravana Lakskmi Sadhu" userId="a79f4e0bf8206713" providerId="LiveId" clId="{C139EEA4-0E41-4A64-9FDA-F2D328B196E9}" dt="2026-08-01T05:44:42.315" v="2515" actId="1076"/>
          <ac:spMkLst>
            <pc:docMk/>
            <pc:sldMk cId="0" sldId="257"/>
            <ac:spMk id="3" creationId="{00000000-0000-0000-0000-000000000000}"/>
          </ac:spMkLst>
        </pc:spChg>
        <pc:picChg chg="add del mod">
          <ac:chgData name="Sravana Lakskmi Sadhu" userId="a79f4e0bf8206713" providerId="LiveId" clId="{C139EEA4-0E41-4A64-9FDA-F2D328B196E9}" dt="2026-08-01T05:18:03.893" v="2474" actId="21"/>
          <ac:picMkLst>
            <pc:docMk/>
            <pc:sldMk cId="0" sldId="257"/>
            <ac:picMk id="5" creationId="{8EC2C837-8F23-F09D-EBD6-D10C68434E20}"/>
          </ac:picMkLst>
        </pc:picChg>
      </pc:sldChg>
      <pc:sldChg chg="addSp delSp modSp mod modTransition">
        <pc:chgData name="Sravana Lakskmi Sadhu" userId="a79f4e0bf8206713" providerId="LiveId" clId="{C139EEA4-0E41-4A64-9FDA-F2D328B196E9}" dt="2026-08-01T05:18:13.036" v="2475" actId="21"/>
        <pc:sldMkLst>
          <pc:docMk/>
          <pc:sldMk cId="0" sldId="258"/>
        </pc:sldMkLst>
        <pc:spChg chg="mod">
          <ac:chgData name="Sravana Lakskmi Sadhu" userId="a79f4e0bf8206713" providerId="LiveId" clId="{C139EEA4-0E41-4A64-9FDA-F2D328B196E9}" dt="2026-07-31T04:43:03.256" v="1594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Sravana Lakskmi Sadhu" userId="a79f4e0bf8206713" providerId="LiveId" clId="{C139EEA4-0E41-4A64-9FDA-F2D328B196E9}" dt="2026-07-31T08:11:35.236" v="1731" actId="27636"/>
          <ac:spMkLst>
            <pc:docMk/>
            <pc:sldMk cId="0" sldId="258"/>
            <ac:spMk id="3" creationId="{00000000-0000-0000-0000-000000000000}"/>
          </ac:spMkLst>
        </pc:spChg>
        <pc:picChg chg="add del mod">
          <ac:chgData name="Sravana Lakskmi Sadhu" userId="a79f4e0bf8206713" providerId="LiveId" clId="{C139EEA4-0E41-4A64-9FDA-F2D328B196E9}" dt="2026-08-01T05:18:13.036" v="2475" actId="21"/>
          <ac:picMkLst>
            <pc:docMk/>
            <pc:sldMk cId="0" sldId="258"/>
            <ac:picMk id="5" creationId="{8CFBD158-075F-E84E-F817-3A6B1D955494}"/>
          </ac:picMkLst>
        </pc:picChg>
      </pc:sldChg>
      <pc:sldChg chg="addSp delSp modSp mod modTransition">
        <pc:chgData name="Sravana Lakskmi Sadhu" userId="a79f4e0bf8206713" providerId="LiveId" clId="{C139EEA4-0E41-4A64-9FDA-F2D328B196E9}" dt="2026-08-01T05:18:17.259" v="2476" actId="21"/>
        <pc:sldMkLst>
          <pc:docMk/>
          <pc:sldMk cId="0" sldId="259"/>
        </pc:sldMkLst>
        <pc:spChg chg="mod">
          <ac:chgData name="Sravana Lakskmi Sadhu" userId="a79f4e0bf8206713" providerId="LiveId" clId="{C139EEA4-0E41-4A64-9FDA-F2D328B196E9}" dt="2026-08-01T04:50:00.676" v="2266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Sravana Lakskmi Sadhu" userId="a79f4e0bf8206713" providerId="LiveId" clId="{C139EEA4-0E41-4A64-9FDA-F2D328B196E9}" dt="2026-08-01T04:49:57.715" v="2265" actId="14100"/>
          <ac:spMkLst>
            <pc:docMk/>
            <pc:sldMk cId="0" sldId="259"/>
            <ac:spMk id="3" creationId="{00000000-0000-0000-0000-000000000000}"/>
          </ac:spMkLst>
        </pc:spChg>
        <pc:picChg chg="add del mod">
          <ac:chgData name="Sravana Lakskmi Sadhu" userId="a79f4e0bf8206713" providerId="LiveId" clId="{C139EEA4-0E41-4A64-9FDA-F2D328B196E9}" dt="2026-08-01T05:18:17.259" v="2476" actId="21"/>
          <ac:picMkLst>
            <pc:docMk/>
            <pc:sldMk cId="0" sldId="259"/>
            <ac:picMk id="5" creationId="{1015B60B-22EE-F7FA-2086-19BAAA3582E0}"/>
          </ac:picMkLst>
        </pc:picChg>
      </pc:sldChg>
      <pc:sldChg chg="addSp delSp modSp mod modTransition">
        <pc:chgData name="Sravana Lakskmi Sadhu" userId="a79f4e0bf8206713" providerId="LiveId" clId="{C139EEA4-0E41-4A64-9FDA-F2D328B196E9}" dt="2026-08-01T05:18:21.015" v="2477" actId="21"/>
        <pc:sldMkLst>
          <pc:docMk/>
          <pc:sldMk cId="0" sldId="260"/>
        </pc:sldMkLst>
        <pc:spChg chg="mod">
          <ac:chgData name="Sravana Lakskmi Sadhu" userId="a79f4e0bf8206713" providerId="LiveId" clId="{C139EEA4-0E41-4A64-9FDA-F2D328B196E9}" dt="2026-08-01T04:47:20.272" v="1821" actId="1076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Sravana Lakskmi Sadhu" userId="a79f4e0bf8206713" providerId="LiveId" clId="{C139EEA4-0E41-4A64-9FDA-F2D328B196E9}" dt="2026-07-31T04:13:38.679" v="495" actId="931"/>
          <ac:spMkLst>
            <pc:docMk/>
            <pc:sldMk cId="0" sldId="260"/>
            <ac:spMk id="3" creationId="{00000000-0000-0000-0000-000000000000}"/>
          </ac:spMkLst>
        </pc:spChg>
        <pc:spChg chg="add del mod">
          <ac:chgData name="Sravana Lakskmi Sadhu" userId="a79f4e0bf8206713" providerId="LiveId" clId="{C139EEA4-0E41-4A64-9FDA-F2D328B196E9}" dt="2026-08-01T04:47:08.043" v="1819" actId="21"/>
          <ac:spMkLst>
            <pc:docMk/>
            <pc:sldMk cId="0" sldId="260"/>
            <ac:spMk id="6" creationId="{9A2CF2B9-6F4C-29DC-6C42-B0AA5FB03C6D}"/>
          </ac:spMkLst>
        </pc:spChg>
        <pc:spChg chg="add mod">
          <ac:chgData name="Sravana Lakskmi Sadhu" userId="a79f4e0bf8206713" providerId="LiveId" clId="{C139EEA4-0E41-4A64-9FDA-F2D328B196E9}" dt="2026-08-01T04:47:43.907" v="1827" actId="14100"/>
          <ac:spMkLst>
            <pc:docMk/>
            <pc:sldMk cId="0" sldId="260"/>
            <ac:spMk id="8" creationId="{640597C7-5F7D-3736-1DE1-04070DADA0BA}"/>
          </ac:spMkLst>
        </pc:spChg>
        <pc:picChg chg="add del mod ord">
          <ac:chgData name="Sravana Lakskmi Sadhu" userId="a79f4e0bf8206713" providerId="LiveId" clId="{C139EEA4-0E41-4A64-9FDA-F2D328B196E9}" dt="2026-07-31T04:17:41.242" v="560" actId="21"/>
          <ac:picMkLst>
            <pc:docMk/>
            <pc:sldMk cId="0" sldId="260"/>
            <ac:picMk id="5" creationId="{DE17649E-613B-C37D-8167-14AC9A53F25B}"/>
          </ac:picMkLst>
        </pc:picChg>
        <pc:picChg chg="add del mod">
          <ac:chgData name="Sravana Lakskmi Sadhu" userId="a79f4e0bf8206713" providerId="LiveId" clId="{C139EEA4-0E41-4A64-9FDA-F2D328B196E9}" dt="2026-08-01T05:18:21.015" v="2477" actId="21"/>
          <ac:picMkLst>
            <pc:docMk/>
            <pc:sldMk cId="0" sldId="260"/>
            <ac:picMk id="18" creationId="{4E63CEBC-9B20-E292-5E5F-B258E76C009E}"/>
          </ac:picMkLst>
        </pc:picChg>
        <pc:cxnChg chg="add del">
          <ac:chgData name="Sravana Lakskmi Sadhu" userId="a79f4e0bf8206713" providerId="LiveId" clId="{C139EEA4-0E41-4A64-9FDA-F2D328B196E9}" dt="2026-07-31T04:18:37.102" v="588" actId="21"/>
          <ac:cxnSpMkLst>
            <pc:docMk/>
            <pc:sldMk cId="0" sldId="260"/>
            <ac:cxnSpMk id="10" creationId="{6271AE00-B99F-2F3E-1D7E-2752F07F81D3}"/>
          </ac:cxnSpMkLst>
        </pc:cxnChg>
        <pc:cxnChg chg="add mod">
          <ac:chgData name="Sravana Lakskmi Sadhu" userId="a79f4e0bf8206713" providerId="LiveId" clId="{C139EEA4-0E41-4A64-9FDA-F2D328B196E9}" dt="2026-08-01T04:47:49.587" v="1828" actId="1076"/>
          <ac:cxnSpMkLst>
            <pc:docMk/>
            <pc:sldMk cId="0" sldId="260"/>
            <ac:cxnSpMk id="12" creationId="{593CC79E-1425-9D7F-1962-9B05DF35A5E7}"/>
          </ac:cxnSpMkLst>
        </pc:cxnChg>
        <pc:cxnChg chg="add mod">
          <ac:chgData name="Sravana Lakskmi Sadhu" userId="a79f4e0bf8206713" providerId="LiveId" clId="{C139EEA4-0E41-4A64-9FDA-F2D328B196E9}" dt="2026-08-01T04:48:13.109" v="1829" actId="1076"/>
          <ac:cxnSpMkLst>
            <pc:docMk/>
            <pc:sldMk cId="0" sldId="260"/>
            <ac:cxnSpMk id="13" creationId="{00F12E35-E204-30F9-E0A6-8B41A2E66F6A}"/>
          </ac:cxnSpMkLst>
        </pc:cxnChg>
        <pc:cxnChg chg="add mod">
          <ac:chgData name="Sravana Lakskmi Sadhu" userId="a79f4e0bf8206713" providerId="LiveId" clId="{C139EEA4-0E41-4A64-9FDA-F2D328B196E9}" dt="2026-08-01T04:48:15.882" v="1830" actId="1076"/>
          <ac:cxnSpMkLst>
            <pc:docMk/>
            <pc:sldMk cId="0" sldId="260"/>
            <ac:cxnSpMk id="14" creationId="{01469547-9A21-0437-28A3-0937CA451360}"/>
          </ac:cxnSpMkLst>
        </pc:cxnChg>
        <pc:cxnChg chg="add mod">
          <ac:chgData name="Sravana Lakskmi Sadhu" userId="a79f4e0bf8206713" providerId="LiveId" clId="{C139EEA4-0E41-4A64-9FDA-F2D328B196E9}" dt="2026-08-01T04:48:18.271" v="1831" actId="1076"/>
          <ac:cxnSpMkLst>
            <pc:docMk/>
            <pc:sldMk cId="0" sldId="260"/>
            <ac:cxnSpMk id="15" creationId="{6D29778F-FB61-8E8A-C213-EA3296DB26FA}"/>
          </ac:cxnSpMkLst>
        </pc:cxnChg>
        <pc:cxnChg chg="add mod">
          <ac:chgData name="Sravana Lakskmi Sadhu" userId="a79f4e0bf8206713" providerId="LiveId" clId="{C139EEA4-0E41-4A64-9FDA-F2D328B196E9}" dt="2026-08-01T04:48:21.325" v="1832" actId="1076"/>
          <ac:cxnSpMkLst>
            <pc:docMk/>
            <pc:sldMk cId="0" sldId="260"/>
            <ac:cxnSpMk id="16" creationId="{06A18F15-586B-A3CF-97E6-4AF5BD0133F9}"/>
          </ac:cxnSpMkLst>
        </pc:cxnChg>
      </pc:sldChg>
      <pc:sldChg chg="addSp delSp modSp mod modTransition">
        <pc:chgData name="Sravana Lakskmi Sadhu" userId="a79f4e0bf8206713" providerId="LiveId" clId="{C139EEA4-0E41-4A64-9FDA-F2D328B196E9}" dt="2026-08-01T05:23:17.824" v="2511" actId="20577"/>
        <pc:sldMkLst>
          <pc:docMk/>
          <pc:sldMk cId="0" sldId="261"/>
        </pc:sldMkLst>
        <pc:spChg chg="mod">
          <ac:chgData name="Sravana Lakskmi Sadhu" userId="a79f4e0bf8206713" providerId="LiveId" clId="{C139EEA4-0E41-4A64-9FDA-F2D328B196E9}" dt="2026-08-01T04:55:01.329" v="2331" actId="1076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Sravana Lakskmi Sadhu" userId="a79f4e0bf8206713" providerId="LiveId" clId="{C139EEA4-0E41-4A64-9FDA-F2D328B196E9}" dt="2026-07-31T04:27:19.938" v="1270"/>
          <ac:spMkLst>
            <pc:docMk/>
            <pc:sldMk cId="0" sldId="261"/>
            <ac:spMk id="3" creationId="{00000000-0000-0000-0000-000000000000}"/>
          </ac:spMkLst>
        </pc:spChg>
        <pc:spChg chg="add del mod">
          <ac:chgData name="Sravana Lakskmi Sadhu" userId="a79f4e0bf8206713" providerId="LiveId" clId="{C139EEA4-0E41-4A64-9FDA-F2D328B196E9}" dt="2026-08-01T04:53:30.788" v="2282"/>
          <ac:spMkLst>
            <pc:docMk/>
            <pc:sldMk cId="0" sldId="261"/>
            <ac:spMk id="8" creationId="{31663312-ADFC-F667-E6B9-DA782C760575}"/>
          </ac:spMkLst>
        </pc:spChg>
        <pc:spChg chg="add del mod">
          <ac:chgData name="Sravana Lakskmi Sadhu" userId="a79f4e0bf8206713" providerId="LiveId" clId="{C139EEA4-0E41-4A64-9FDA-F2D328B196E9}" dt="2026-07-31T04:29:26.354" v="1286"/>
          <ac:spMkLst>
            <pc:docMk/>
            <pc:sldMk cId="0" sldId="261"/>
            <ac:spMk id="10" creationId="{9E778760-B13D-4BE9-FCF8-01605FA294F4}"/>
          </ac:spMkLst>
        </pc:spChg>
        <pc:spChg chg="add del mod">
          <ac:chgData name="Sravana Lakskmi Sadhu" userId="a79f4e0bf8206713" providerId="LiveId" clId="{C139EEA4-0E41-4A64-9FDA-F2D328B196E9}" dt="2026-08-01T04:53:37.385" v="2284"/>
          <ac:spMkLst>
            <pc:docMk/>
            <pc:sldMk cId="0" sldId="261"/>
            <ac:spMk id="13" creationId="{4E81E7AB-E546-8C2A-DDEA-A298C77FF67D}"/>
          </ac:spMkLst>
        </pc:spChg>
        <pc:spChg chg="add mod">
          <ac:chgData name="Sravana Lakskmi Sadhu" userId="a79f4e0bf8206713" providerId="LiveId" clId="{C139EEA4-0E41-4A64-9FDA-F2D328B196E9}" dt="2026-08-01T05:23:17.824" v="2511" actId="20577"/>
          <ac:spMkLst>
            <pc:docMk/>
            <pc:sldMk cId="0" sldId="261"/>
            <ac:spMk id="17" creationId="{F7DAA873-AD84-6084-2337-E87691B64FC7}"/>
          </ac:spMkLst>
        </pc:spChg>
        <pc:spChg chg="add mod">
          <ac:chgData name="Sravana Lakskmi Sadhu" userId="a79f4e0bf8206713" providerId="LiveId" clId="{C139EEA4-0E41-4A64-9FDA-F2D328B196E9}" dt="2026-08-01T05:23:08.710" v="2508" actId="1076"/>
          <ac:spMkLst>
            <pc:docMk/>
            <pc:sldMk cId="0" sldId="261"/>
            <ac:spMk id="18" creationId="{A357F91C-F22D-F9AE-BFE2-BFA149929B86}"/>
          </ac:spMkLst>
        </pc:spChg>
        <pc:graphicFrameChg chg="add del mod">
          <ac:chgData name="Sravana Lakskmi Sadhu" userId="a79f4e0bf8206713" providerId="LiveId" clId="{C139EEA4-0E41-4A64-9FDA-F2D328B196E9}" dt="2026-08-01T04:53:19.555" v="2281" actId="21"/>
          <ac:graphicFrameMkLst>
            <pc:docMk/>
            <pc:sldMk cId="0" sldId="261"/>
            <ac:graphicFrameMk id="4" creationId="{99F40965-FBAD-8762-5F5A-F8DF256AA5CA}"/>
          </ac:graphicFrameMkLst>
        </pc:graphicFrameChg>
        <pc:graphicFrameChg chg="add del mod modGraphic">
          <ac:chgData name="Sravana Lakskmi Sadhu" userId="a79f4e0bf8206713" providerId="LiveId" clId="{C139EEA4-0E41-4A64-9FDA-F2D328B196E9}" dt="2026-08-01T04:52:47.727" v="2267" actId="21"/>
          <ac:graphicFrameMkLst>
            <pc:docMk/>
            <pc:sldMk cId="0" sldId="261"/>
            <ac:graphicFrameMk id="5" creationId="{E6E86AC2-CAF9-F532-97AD-BFABF6634D2D}"/>
          </ac:graphicFrameMkLst>
        </pc:graphicFrameChg>
        <pc:graphicFrameChg chg="add del mod modGraphic">
          <ac:chgData name="Sravana Lakskmi Sadhu" userId="a79f4e0bf8206713" providerId="LiveId" clId="{C139EEA4-0E41-4A64-9FDA-F2D328B196E9}" dt="2026-08-01T04:53:03.426" v="2278" actId="21"/>
          <ac:graphicFrameMkLst>
            <pc:docMk/>
            <pc:sldMk cId="0" sldId="261"/>
            <ac:graphicFrameMk id="6" creationId="{2FBCFA34-DB13-DFB8-8D80-F782C4EAB23E}"/>
          </ac:graphicFrameMkLst>
        </pc:graphicFrameChg>
        <pc:graphicFrameChg chg="add del mod">
          <ac:chgData name="Sravana Lakskmi Sadhu" userId="a79f4e0bf8206713" providerId="LiveId" clId="{C139EEA4-0E41-4A64-9FDA-F2D328B196E9}" dt="2026-08-01T04:53:09.427" v="2279" actId="21"/>
          <ac:graphicFrameMkLst>
            <pc:docMk/>
            <pc:sldMk cId="0" sldId="261"/>
            <ac:graphicFrameMk id="7" creationId="{7BA67554-B83B-12D0-BE45-F7274CAAD7E4}"/>
          </ac:graphicFrameMkLst>
        </pc:graphicFrameChg>
        <pc:graphicFrameChg chg="add del mod">
          <ac:chgData name="Sravana Lakskmi Sadhu" userId="a79f4e0bf8206713" providerId="LiveId" clId="{C139EEA4-0E41-4A64-9FDA-F2D328B196E9}" dt="2026-07-31T04:28:24.237" v="1275" actId="21"/>
          <ac:graphicFrameMkLst>
            <pc:docMk/>
            <pc:sldMk cId="0" sldId="261"/>
            <ac:graphicFrameMk id="8" creationId="{A89232D9-42EF-15C3-2EDC-25D3CF0A5037}"/>
          </ac:graphicFrameMkLst>
        </pc:graphicFrameChg>
        <pc:graphicFrameChg chg="add del mod modGraphic">
          <ac:chgData name="Sravana Lakskmi Sadhu" userId="a79f4e0bf8206713" providerId="LiveId" clId="{C139EEA4-0E41-4A64-9FDA-F2D328B196E9}" dt="2026-07-31T04:28:18.291" v="1274" actId="21"/>
          <ac:graphicFrameMkLst>
            <pc:docMk/>
            <pc:sldMk cId="0" sldId="261"/>
            <ac:graphicFrameMk id="9" creationId="{6D02C8C5-C219-7A8C-BF1B-22ECF361734F}"/>
          </ac:graphicFrameMkLst>
        </pc:graphicFrameChg>
        <pc:graphicFrameChg chg="add del mod">
          <ac:chgData name="Sravana Lakskmi Sadhu" userId="a79f4e0bf8206713" providerId="LiveId" clId="{C139EEA4-0E41-4A64-9FDA-F2D328B196E9}" dt="2026-08-01T04:53:35.348" v="2283" actId="21"/>
          <ac:graphicFrameMkLst>
            <pc:docMk/>
            <pc:sldMk cId="0" sldId="261"/>
            <ac:graphicFrameMk id="9" creationId="{99F40965-FBAD-8762-5F5A-F8DF256AA5CA}"/>
          </ac:graphicFrameMkLst>
        </pc:graphicFrameChg>
        <pc:graphicFrameChg chg="add del mod">
          <ac:chgData name="Sravana Lakskmi Sadhu" userId="a79f4e0bf8206713" providerId="LiveId" clId="{C139EEA4-0E41-4A64-9FDA-F2D328B196E9}" dt="2026-08-01T04:53:14.190" v="2280" actId="21"/>
          <ac:graphicFrameMkLst>
            <pc:docMk/>
            <pc:sldMk cId="0" sldId="261"/>
            <ac:graphicFrameMk id="11" creationId="{5581293B-250A-40B8-D3C9-8E5CD15C1764}"/>
          </ac:graphicFrameMkLst>
        </pc:graphicFrameChg>
        <pc:graphicFrameChg chg="add del mod">
          <ac:chgData name="Sravana Lakskmi Sadhu" userId="a79f4e0bf8206713" providerId="LiveId" clId="{C139EEA4-0E41-4A64-9FDA-F2D328B196E9}" dt="2026-08-01T04:53:51.264" v="2286" actId="21"/>
          <ac:graphicFrameMkLst>
            <pc:docMk/>
            <pc:sldMk cId="0" sldId="261"/>
            <ac:graphicFrameMk id="12" creationId="{1C85A776-6C57-19FC-A53E-4E1C430EB150}"/>
          </ac:graphicFrameMkLst>
        </pc:graphicFrameChg>
        <pc:graphicFrameChg chg="add del mod">
          <ac:chgData name="Sravana Lakskmi Sadhu" userId="a79f4e0bf8206713" providerId="LiveId" clId="{C139EEA4-0E41-4A64-9FDA-F2D328B196E9}" dt="2026-08-01T04:53:42.321" v="2285" actId="21"/>
          <ac:graphicFrameMkLst>
            <pc:docMk/>
            <pc:sldMk cId="0" sldId="261"/>
            <ac:graphicFrameMk id="15" creationId="{99F40965-FBAD-8762-5F5A-F8DF256AA5CA}"/>
          </ac:graphicFrameMkLst>
        </pc:graphicFrameChg>
        <pc:picChg chg="add del mod">
          <ac:chgData name="Sravana Lakskmi Sadhu" userId="a79f4e0bf8206713" providerId="LiveId" clId="{C139EEA4-0E41-4A64-9FDA-F2D328B196E9}" dt="2026-08-01T05:18:33.662" v="2478" actId="21"/>
          <ac:picMkLst>
            <pc:docMk/>
            <pc:sldMk cId="0" sldId="261"/>
            <ac:picMk id="14" creationId="{F10657FF-BC14-9BB8-2E6C-7801FD952BBA}"/>
          </ac:picMkLst>
        </pc:picChg>
      </pc:sldChg>
      <pc:sldChg chg="addSp delSp modSp mod modTransition">
        <pc:chgData name="Sravana Lakskmi Sadhu" userId="a79f4e0bf8206713" providerId="LiveId" clId="{C139EEA4-0E41-4A64-9FDA-F2D328B196E9}" dt="2026-08-01T05:25:26.417" v="2512" actId="21"/>
        <pc:sldMkLst>
          <pc:docMk/>
          <pc:sldMk cId="0" sldId="262"/>
        </pc:sldMkLst>
        <pc:spChg chg="mod">
          <ac:chgData name="Sravana Lakskmi Sadhu" userId="a79f4e0bf8206713" providerId="LiveId" clId="{C139EEA4-0E41-4A64-9FDA-F2D328B196E9}" dt="2026-07-31T08:19:02.095" v="1787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Sravana Lakskmi Sadhu" userId="a79f4e0bf8206713" providerId="LiveId" clId="{C139EEA4-0E41-4A64-9FDA-F2D328B196E9}" dt="2026-07-31T08:19:05.296" v="1788" actId="1076"/>
          <ac:spMkLst>
            <pc:docMk/>
            <pc:sldMk cId="0" sldId="262"/>
            <ac:spMk id="3" creationId="{00000000-0000-0000-0000-000000000000}"/>
          </ac:spMkLst>
        </pc:spChg>
        <pc:picChg chg="add del mod">
          <ac:chgData name="Sravana Lakskmi Sadhu" userId="a79f4e0bf8206713" providerId="LiveId" clId="{C139EEA4-0E41-4A64-9FDA-F2D328B196E9}" dt="2026-08-01T05:25:26.417" v="2512" actId="21"/>
          <ac:picMkLst>
            <pc:docMk/>
            <pc:sldMk cId="0" sldId="262"/>
            <ac:picMk id="5" creationId="{2E6C9F17-ECDB-30FA-26AB-EB752B5C886C}"/>
          </ac:picMkLst>
        </pc:picChg>
      </pc:sldChg>
      <pc:sldChg chg="modSp new del mod">
        <pc:chgData name="Sravana Lakskmi Sadhu" userId="a79f4e0bf8206713" providerId="LiveId" clId="{C139EEA4-0E41-4A64-9FDA-F2D328B196E9}" dt="2026-07-31T04:15:47.825" v="529" actId="2696"/>
        <pc:sldMkLst>
          <pc:docMk/>
          <pc:sldMk cId="1136219537" sldId="263"/>
        </pc:sldMkLst>
        <pc:spChg chg="mod">
          <ac:chgData name="Sravana Lakskmi Sadhu" userId="a79f4e0bf8206713" providerId="LiveId" clId="{C139EEA4-0E41-4A64-9FDA-F2D328B196E9}" dt="2026-07-31T04:15:01.304" v="524" actId="20577"/>
          <ac:spMkLst>
            <pc:docMk/>
            <pc:sldMk cId="1136219537" sldId="263"/>
            <ac:spMk id="2" creationId="{0BDC9444-4DB9-1FC2-690A-B46CE7416D0D}"/>
          </ac:spMkLst>
        </pc:spChg>
        <pc:spChg chg="mod">
          <ac:chgData name="Sravana Lakskmi Sadhu" userId="a79f4e0bf8206713" providerId="LiveId" clId="{C139EEA4-0E41-4A64-9FDA-F2D328B196E9}" dt="2026-07-31T04:15:34.321" v="528" actId="255"/>
          <ac:spMkLst>
            <pc:docMk/>
            <pc:sldMk cId="1136219537" sldId="263"/>
            <ac:spMk id="3" creationId="{E29CC83A-AF86-FF69-CB5B-289CBEC6D448}"/>
          </ac:spMkLst>
        </pc:spChg>
      </pc:sldChg>
      <pc:sldChg chg="add del">
        <pc:chgData name="Sravana Lakskmi Sadhu" userId="a79f4e0bf8206713" providerId="LiveId" clId="{C139EEA4-0E41-4A64-9FDA-F2D328B196E9}" dt="2026-07-31T04:25:37.511" v="1266" actId="2696"/>
        <pc:sldMkLst>
          <pc:docMk/>
          <pc:sldMk cId="1598350206" sldId="263"/>
        </pc:sldMkLst>
      </pc:sldChg>
      <pc:sldChg chg="addSp modSp new mod modTransition">
        <pc:chgData name="Sravana Lakskmi Sadhu" userId="a79f4e0bf8206713" providerId="LiveId" clId="{C139EEA4-0E41-4A64-9FDA-F2D328B196E9}" dt="2026-07-31T08:19:51.069" v="1796" actId="14100"/>
        <pc:sldMkLst>
          <pc:docMk/>
          <pc:sldMk cId="2012608620" sldId="263"/>
        </pc:sldMkLst>
        <pc:spChg chg="add mod">
          <ac:chgData name="Sravana Lakskmi Sadhu" userId="a79f4e0bf8206713" providerId="LiveId" clId="{C139EEA4-0E41-4A64-9FDA-F2D328B196E9}" dt="2026-07-31T08:19:31.288" v="1791" actId="1076"/>
          <ac:spMkLst>
            <pc:docMk/>
            <pc:sldMk cId="2012608620" sldId="263"/>
            <ac:spMk id="2" creationId="{44CAAC9A-4D63-04BF-8360-D2E7702021F8}"/>
          </ac:spMkLst>
        </pc:spChg>
        <pc:picChg chg="add mod">
          <ac:chgData name="Sravana Lakskmi Sadhu" userId="a79f4e0bf8206713" providerId="LiveId" clId="{C139EEA4-0E41-4A64-9FDA-F2D328B196E9}" dt="2026-07-31T08:19:51.069" v="1796" actId="14100"/>
          <ac:picMkLst>
            <pc:docMk/>
            <pc:sldMk cId="2012608620" sldId="263"/>
            <ac:picMk id="4" creationId="{7B74B122-40B5-49D4-B910-0453D825468F}"/>
          </ac:picMkLst>
        </pc:picChg>
      </pc:sldChg>
      <pc:sldChg chg="addSp delSp modSp new mod">
        <pc:chgData name="Sravana Lakskmi Sadhu" userId="a79f4e0bf8206713" providerId="LiveId" clId="{C139EEA4-0E41-4A64-9FDA-F2D328B196E9}" dt="2026-08-01T05:18:42.379" v="2479" actId="20577"/>
        <pc:sldMkLst>
          <pc:docMk/>
          <pc:sldMk cId="1909035928" sldId="264"/>
        </pc:sldMkLst>
        <pc:spChg chg="del">
          <ac:chgData name="Sravana Lakskmi Sadhu" userId="a79f4e0bf8206713" providerId="LiveId" clId="{C139EEA4-0E41-4A64-9FDA-F2D328B196E9}" dt="2026-08-01T04:46:22.041" v="1813" actId="22"/>
          <ac:spMkLst>
            <pc:docMk/>
            <pc:sldMk cId="1909035928" sldId="264"/>
            <ac:spMk id="2" creationId="{97878E5C-C4F6-B77B-FA11-F76945861EB0}"/>
          </ac:spMkLst>
        </pc:spChg>
        <pc:spChg chg="del">
          <ac:chgData name="Sravana Lakskmi Sadhu" userId="a79f4e0bf8206713" providerId="LiveId" clId="{C139EEA4-0E41-4A64-9FDA-F2D328B196E9}" dt="2026-08-01T04:46:09.641" v="1810" actId="22"/>
          <ac:spMkLst>
            <pc:docMk/>
            <pc:sldMk cId="1909035928" sldId="264"/>
            <ac:spMk id="3" creationId="{38286324-212C-5897-C5BD-3FC581F559F9}"/>
          </ac:spMkLst>
        </pc:spChg>
        <pc:spChg chg="del mod">
          <ac:chgData name="Sravana Lakskmi Sadhu" userId="a79f4e0bf8206713" providerId="LiveId" clId="{C139EEA4-0E41-4A64-9FDA-F2D328B196E9}" dt="2026-08-01T04:47:00.765" v="1818" actId="21"/>
          <ac:spMkLst>
            <pc:docMk/>
            <pc:sldMk cId="1909035928" sldId="264"/>
            <ac:spMk id="4" creationId="{A086FE36-0D28-113C-03E1-4B054972A62C}"/>
          </ac:spMkLst>
        </pc:spChg>
        <pc:spChg chg="del mod">
          <ac:chgData name="Sravana Lakskmi Sadhu" userId="a79f4e0bf8206713" providerId="LiveId" clId="{C139EEA4-0E41-4A64-9FDA-F2D328B196E9}" dt="2026-08-01T05:17:47.774" v="2473" actId="21"/>
          <ac:spMkLst>
            <pc:docMk/>
            <pc:sldMk cId="1909035928" sldId="264"/>
            <ac:spMk id="6" creationId="{D4914EC0-9814-B8F9-D229-FEC7C406EA3B}"/>
          </ac:spMkLst>
        </pc:spChg>
        <pc:spChg chg="add mod">
          <ac:chgData name="Sravana Lakskmi Sadhu" userId="a79f4e0bf8206713" providerId="LiveId" clId="{C139EEA4-0E41-4A64-9FDA-F2D328B196E9}" dt="2026-08-01T05:18:42.379" v="2479" actId="20577"/>
          <ac:spMkLst>
            <pc:docMk/>
            <pc:sldMk cId="1909035928" sldId="264"/>
            <ac:spMk id="8" creationId="{D58222AF-FDBE-CDD0-7EEA-99684286EA2E}"/>
          </ac:spMkLst>
        </pc:spChg>
        <pc:spChg chg="add mod">
          <ac:chgData name="Sravana Lakskmi Sadhu" userId="a79f4e0bf8206713" providerId="LiveId" clId="{C139EEA4-0E41-4A64-9FDA-F2D328B196E9}" dt="2026-08-01T04:46:44.502" v="1816" actId="1076"/>
          <ac:spMkLst>
            <pc:docMk/>
            <pc:sldMk cId="1909035928" sldId="264"/>
            <ac:spMk id="10" creationId="{4BB1C5C0-A875-3336-9C1E-3231F126F85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185042-39F6-468D-8368-3265FB570CCE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752FF-C499-4376-9DA6-26F02445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195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752FF-C499-4376-9DA6-26F02445261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351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752FF-C499-4376-9DA6-26F0244526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23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01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300916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619305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692683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565351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CF02-D35E-46A4-B7A1-1A2B81F8D932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540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36351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619298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5015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005628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5346240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243322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32268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383476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96512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7959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288AF9F-2338-4040-A485-373B8EC8151E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726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31" r:id="rId13"/>
    <p:sldLayoutId id="2147483832" r:id="rId14"/>
    <p:sldLayoutId id="2147483833" r:id="rId15"/>
    <p:sldLayoutId id="2147483834" r:id="rId16"/>
    <p:sldLayoutId id="2147483835" r:id="rId17"/>
  </p:sldLayoutIdLst>
  <p:hf hdr="0"/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98" userDrawn="1">
          <p15:clr>
            <a:srgbClr val="F26B43"/>
          </p15:clr>
        </p15:guide>
        <p15:guide id="2" orient="horz" pos="264" userDrawn="1">
          <p15:clr>
            <a:srgbClr val="F26B43"/>
          </p15:clr>
        </p15:guide>
        <p15:guide id="3" pos="5562" userDrawn="1">
          <p15:clr>
            <a:srgbClr val="F26B43"/>
          </p15:clr>
        </p15:guide>
        <p15:guide id="4" pos="3474" userDrawn="1">
          <p15:clr>
            <a:srgbClr val="F26B43"/>
          </p15:clr>
        </p15:guide>
        <p15:guide id="5" pos="4158" userDrawn="1">
          <p15:clr>
            <a:srgbClr val="F26B43"/>
          </p15:clr>
        </p15:guide>
        <p15:guide id="6" pos="2088" userDrawn="1">
          <p15:clr>
            <a:srgbClr val="F26B43"/>
          </p15:clr>
        </p15:guide>
        <p15:guide id="7" pos="2286" userDrawn="1">
          <p15:clr>
            <a:srgbClr val="F26B43"/>
          </p15:clr>
        </p15:guide>
        <p15:guide id="8" pos="2970" userDrawn="1">
          <p15:clr>
            <a:srgbClr val="F26B43"/>
          </p15:clr>
        </p15:guide>
        <p15:guide id="9" pos="882" userDrawn="1">
          <p15:clr>
            <a:srgbClr val="F26B43"/>
          </p15:clr>
        </p15:guide>
        <p15:guide id="10" pos="684" userDrawn="1">
          <p15:clr>
            <a:srgbClr val="F26B43"/>
          </p15:clr>
        </p15:guide>
        <p15:guide id="11" pos="2772" userDrawn="1">
          <p15:clr>
            <a:srgbClr val="F26B43"/>
          </p15:clr>
        </p15:guide>
        <p15:guide id="12" pos="1386" userDrawn="1">
          <p15:clr>
            <a:srgbClr val="F26B43"/>
          </p15:clr>
        </p15:guide>
        <p15:guide id="13" pos="1584" userDrawn="1">
          <p15:clr>
            <a:srgbClr val="F26B43"/>
          </p15:clr>
        </p15:guide>
        <p15:guide id="14" pos="4896" userDrawn="1">
          <p15:clr>
            <a:srgbClr val="F26B43"/>
          </p15:clr>
        </p15:guide>
        <p15:guide id="15" pos="5058" userDrawn="1">
          <p15:clr>
            <a:srgbClr val="F26B43"/>
          </p15:clr>
        </p15:guide>
        <p15:guide id="16" orient="horz" pos="3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662" y="902987"/>
            <a:ext cx="6858000" cy="2387600"/>
          </a:xfrm>
        </p:spPr>
        <p:txBody>
          <a:bodyPr>
            <a:noAutofit/>
          </a:bodyPr>
          <a:lstStyle/>
          <a:p>
            <a:r>
              <a:rPr sz="4000"/>
              <a:t>Smart Learning Management System with Distributed Backend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7833" y="3510994"/>
            <a:ext cx="6858000" cy="1655762"/>
          </a:xfrm>
        </p:spPr>
        <p:txBody>
          <a:bodyPr>
            <a:normAutofit fontScale="25000" lnSpcReduction="20000"/>
          </a:bodyPr>
          <a:lstStyle/>
          <a:p>
            <a:r>
              <a:rPr sz="4000" b="1" dirty="0"/>
              <a:t>Group Number: </a:t>
            </a:r>
            <a:r>
              <a:rPr lang="en-US" sz="4000" b="1" dirty="0"/>
              <a:t>11</a:t>
            </a:r>
            <a:endParaRPr sz="4000" b="1" dirty="0"/>
          </a:p>
          <a:p>
            <a:r>
              <a:rPr sz="4000" b="1" dirty="0"/>
              <a:t>Course Code/Course: 25CS1302E / DBE &amp; DSD</a:t>
            </a:r>
          </a:p>
          <a:p>
            <a:r>
              <a:rPr sz="4000" b="1" dirty="0"/>
              <a:t>Project Review – I</a:t>
            </a:r>
          </a:p>
          <a:p>
            <a:r>
              <a:rPr sz="9600" b="1" dirty="0"/>
              <a:t>Team Members:</a:t>
            </a:r>
          </a:p>
          <a:p>
            <a:r>
              <a:rPr sz="4000" b="1" dirty="0"/>
              <a:t>Deekshitha – 2510080059</a:t>
            </a:r>
          </a:p>
          <a:p>
            <a:r>
              <a:rPr sz="4000" b="1" dirty="0"/>
              <a:t>Arshitha – 2510080063</a:t>
            </a:r>
          </a:p>
          <a:p>
            <a:r>
              <a:rPr sz="4000" b="1" dirty="0"/>
              <a:t>Sravana Lakshmi – 2510080065</a:t>
            </a:r>
          </a:p>
          <a:p>
            <a:r>
              <a:rPr sz="4000" b="1" dirty="0"/>
              <a:t>Tanu Sri – 2510080020</a:t>
            </a:r>
          </a:p>
          <a:p>
            <a:r>
              <a:rPr sz="6400" b="1" dirty="0"/>
              <a:t>Supervisor</a:t>
            </a:r>
            <a:r>
              <a:rPr sz="4000" b="1" dirty="0"/>
              <a:t>: </a:t>
            </a:r>
            <a:r>
              <a:rPr lang="en-US" sz="4000" b="1" dirty="0"/>
              <a:t>Dr. Laiphangbam Melinda</a:t>
            </a:r>
            <a:endParaRPr sz="4000" b="1" dirty="0"/>
          </a:p>
          <a:p>
            <a:r>
              <a:rPr sz="4000" b="1" dirty="0"/>
              <a:t>Subject: Database Systems Engineering &amp; Distributed Backend Development</a:t>
            </a:r>
          </a:p>
        </p:txBody>
      </p:sp>
      <p:pic>
        <p:nvPicPr>
          <p:cNvPr id="9" name="Picture 8" descr="KLH University logo with a stylized red circle and a vibrant, multicolored, gear-like pattern.&#10;&#10;AI-generated content may be incorrect.">
            <a:extLst>
              <a:ext uri="{FF2B5EF4-FFF2-40B4-BE49-F238E27FC236}">
                <a16:creationId xmlns:a16="http://schemas.microsoft.com/office/drawing/2014/main" id="{1642A679-AA7C-1D67-62AF-EB361787D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815" y="0"/>
            <a:ext cx="2575719" cy="1119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0085"/>
            <a:ext cx="7886700" cy="898072"/>
          </a:xfrm>
        </p:spPr>
        <p:txBody>
          <a:bodyPr>
            <a:normAutofit/>
          </a:bodyPr>
          <a:lstStyle/>
          <a:p>
            <a:r>
              <a:rPr b="1" dirty="0"/>
              <a:t>Problem Statement</a:t>
            </a:r>
            <a:r>
              <a:rPr lang="en-US" b="1" dirty="0"/>
              <a:t>:-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718" y="2281645"/>
            <a:ext cx="7886700" cy="1556657"/>
          </a:xfrm>
        </p:spPr>
        <p:txBody>
          <a:bodyPr>
            <a:noAutofit/>
          </a:bodyPr>
          <a:lstStyle/>
          <a:p>
            <a:pPr marL="0" indent="0">
              <a:buNone/>
              <a:defRPr sz="2200"/>
            </a:pPr>
            <a:r>
              <a:rPr lang="en-US" sz="1800" dirty="0"/>
              <a:t>Develop a Learning Management System to manage students, courses, learning materials, assessments, and progress using a distributed backend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862" y="162534"/>
            <a:ext cx="7511473" cy="1312480"/>
          </a:xfrm>
        </p:spPr>
        <p:txBody>
          <a:bodyPr/>
          <a:lstStyle/>
          <a:p>
            <a:r>
              <a:t>Need for the Project</a:t>
            </a:r>
            <a:r>
              <a:rPr lang="en-US"/>
              <a:t>:-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75014"/>
            <a:ext cx="7886700" cy="470194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900" b="1"/>
              <a:t>Why is this project needed?</a:t>
            </a:r>
          </a:p>
          <a:p>
            <a:pPr lvl="0"/>
            <a:r>
              <a:rPr lang="en-US"/>
              <a:t>Many educational institutions still use separate or manual systems to manage academic activities. </a:t>
            </a:r>
          </a:p>
          <a:p>
            <a:pPr lvl="0"/>
            <a:r>
              <a:rPr lang="en-US"/>
              <a:t>This leads to inefficient course management, difficulty in tracking student progress, and scattered learning resources. </a:t>
            </a:r>
          </a:p>
          <a:p>
            <a:pPr lvl="0"/>
            <a:r>
              <a:rPr lang="en-US"/>
              <a:t>A centralized Learning Management System can simplify and automate these processes.</a:t>
            </a:r>
          </a:p>
          <a:p>
            <a:pPr marL="0" lvl="0" indent="0">
              <a:buNone/>
            </a:pPr>
            <a:r>
              <a:rPr lang="en-US"/>
              <a:t> </a:t>
            </a:r>
          </a:p>
          <a:p>
            <a:pPr marL="0" indent="0">
              <a:buNone/>
            </a:pPr>
            <a:r>
              <a:rPr lang="en-US" sz="2900" b="1"/>
              <a:t>Who will benefit?</a:t>
            </a:r>
          </a:p>
          <a:p>
            <a:pPr lvl="0"/>
            <a:r>
              <a:rPr lang="en-US" b="1"/>
              <a:t>Students:</a:t>
            </a:r>
            <a:r>
              <a:rPr lang="en-US"/>
              <a:t> Easy access to courses, study materials, assignments, and progress reports. </a:t>
            </a:r>
          </a:p>
          <a:p>
            <a:pPr lvl="0"/>
            <a:r>
              <a:rPr lang="en-US" b="1"/>
              <a:t>Instructors:</a:t>
            </a:r>
            <a:r>
              <a:rPr lang="en-US"/>
              <a:t> Efficient course creation, content sharing, and assessment management. </a:t>
            </a:r>
          </a:p>
          <a:p>
            <a:pPr lvl="0"/>
            <a:r>
              <a:rPr lang="en-US" b="1"/>
              <a:t>Administrators:</a:t>
            </a:r>
            <a:r>
              <a:rPr lang="en-US"/>
              <a:t> Simplified user management, academic monitoring, and secure record maintenance. </a:t>
            </a:r>
          </a:p>
          <a:p>
            <a:pPr marL="0" lv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2900" b="1"/>
              <a:t>Impact on Society / Industry</a:t>
            </a:r>
          </a:p>
          <a:p>
            <a:pPr lvl="0"/>
            <a:r>
              <a:rPr lang="en-US"/>
              <a:t>Promotes digital education and smart learning. </a:t>
            </a:r>
          </a:p>
          <a:p>
            <a:pPr lvl="0"/>
            <a:r>
              <a:rPr lang="en-US"/>
              <a:t>Improves academic efficiency and collaboration. </a:t>
            </a:r>
          </a:p>
          <a:p>
            <a:pPr lvl="0"/>
            <a:r>
              <a:rPr lang="en-US"/>
              <a:t>Provides a secure, scalable, and modern platform that supports future educational needs.</a:t>
            </a:r>
          </a:p>
          <a:p>
            <a:pPr marL="0" indent="0">
              <a:buNone/>
              <a:defRPr sz="2200"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02683"/>
            <a:ext cx="7886700" cy="832303"/>
          </a:xfrm>
        </p:spPr>
        <p:txBody>
          <a:bodyPr/>
          <a:lstStyle/>
          <a:p>
            <a:r>
              <a:rPr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17221"/>
            <a:ext cx="7886700" cy="4159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Project aim:-</a:t>
            </a:r>
          </a:p>
          <a:p>
            <a:pPr lvl="0"/>
            <a:r>
              <a:rPr lang="en-US" sz="1400" dirty="0"/>
              <a:t>Develop a centralized Learning Management System (LMS) to manage students, instructors, and courses efficiently. </a:t>
            </a:r>
          </a:p>
          <a:p>
            <a:pPr lvl="0"/>
            <a:r>
              <a:rPr lang="en-US" sz="1400" dirty="0"/>
              <a:t>Provide a secure platform for uploading and accessing learning materials, assignments, and assessments. </a:t>
            </a:r>
          </a:p>
          <a:p>
            <a:pPr lvl="0"/>
            <a:r>
              <a:rPr lang="en-US" sz="1400" dirty="0"/>
              <a:t>Track student academic progress and performance through automated reports and evaluation. </a:t>
            </a:r>
          </a:p>
          <a:p>
            <a:pPr lvl="0"/>
            <a:r>
              <a:rPr lang="en-US" sz="1400" dirty="0"/>
              <a:t>Implement secure rest APIs with authentication for reliable communication between system components. </a:t>
            </a:r>
          </a:p>
          <a:p>
            <a:pPr lvl="0"/>
            <a:r>
              <a:rPr lang="en-US" sz="1400" dirty="0"/>
              <a:t>Build a scalable and distributed backend architecture using modern database and backend technologies.</a:t>
            </a:r>
          </a:p>
          <a:p>
            <a:pPr marL="0" lvl="0" indent="0">
              <a:buNone/>
            </a:pPr>
            <a:endParaRPr lang="en-US" sz="1400" dirty="0"/>
          </a:p>
          <a:p>
            <a:pPr marL="0" indent="0">
              <a:buNone/>
              <a:defRPr sz="2200"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777" y="637062"/>
            <a:ext cx="7886700" cy="680357"/>
          </a:xfrm>
        </p:spPr>
        <p:txBody>
          <a:bodyPr/>
          <a:lstStyle/>
          <a:p>
            <a:r>
              <a:rPr dirty="0"/>
              <a:t>Methodology</a:t>
            </a:r>
            <a:r>
              <a:rPr lang="en-US" dirty="0"/>
              <a:t>:-</a:t>
            </a:r>
            <a:endParaRPr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0597C7-5F7D-3736-1DE1-04070DADA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851" y="2028306"/>
            <a:ext cx="7041226" cy="372291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/>
              <a:t>The workflow is :-</a:t>
            </a:r>
          </a:p>
          <a:p>
            <a:pPr marL="0" indent="0">
              <a:buNone/>
            </a:pPr>
            <a:r>
              <a:rPr lang="en-US" sz="1600" dirty="0"/>
              <a:t>                                                                            User Login          </a:t>
            </a: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                                                                   Course Management    </a:t>
            </a:r>
            <a:br>
              <a:rPr lang="en-US" sz="1600" dirty="0"/>
            </a:br>
            <a:r>
              <a:rPr lang="en-US" sz="1600" dirty="0"/>
              <a:t>                                                                                     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                                                                  Learning Management  </a:t>
            </a: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                                                            Assessment &amp; Progress Tracking</a:t>
            </a: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                                                             Reports &amp; Performance View </a:t>
            </a: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                                                                   Logout / Dashboard </a:t>
            </a:r>
            <a:br>
              <a:rPr lang="en-US" sz="1600" dirty="0"/>
            </a:br>
            <a:r>
              <a:rPr lang="en-US" sz="1600" dirty="0"/>
              <a:t>                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3CC79E-1425-9D7F-1962-9B05DF35A5E7}"/>
              </a:ext>
            </a:extLst>
          </p:cNvPr>
          <p:cNvCxnSpPr/>
          <p:nvPr/>
        </p:nvCxnSpPr>
        <p:spPr>
          <a:xfrm>
            <a:off x="5146567" y="2530630"/>
            <a:ext cx="0" cy="3592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F12E35-E204-30F9-E0A6-8B41A2E66F6A}"/>
              </a:ext>
            </a:extLst>
          </p:cNvPr>
          <p:cNvCxnSpPr/>
          <p:nvPr/>
        </p:nvCxnSpPr>
        <p:spPr>
          <a:xfrm>
            <a:off x="5146567" y="3114105"/>
            <a:ext cx="0" cy="3592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469547-9A21-0437-28A3-0937CA451360}"/>
              </a:ext>
            </a:extLst>
          </p:cNvPr>
          <p:cNvCxnSpPr/>
          <p:nvPr/>
        </p:nvCxnSpPr>
        <p:spPr>
          <a:xfrm>
            <a:off x="5146567" y="3670364"/>
            <a:ext cx="0" cy="3592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D29778F-FB61-8E8A-C213-EA3296DB26FA}"/>
              </a:ext>
            </a:extLst>
          </p:cNvPr>
          <p:cNvCxnSpPr/>
          <p:nvPr/>
        </p:nvCxnSpPr>
        <p:spPr>
          <a:xfrm>
            <a:off x="5151714" y="4189218"/>
            <a:ext cx="0" cy="3592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6A18F15-586B-A3CF-97E6-4AF5BD0133F9}"/>
              </a:ext>
            </a:extLst>
          </p:cNvPr>
          <p:cNvCxnSpPr/>
          <p:nvPr/>
        </p:nvCxnSpPr>
        <p:spPr>
          <a:xfrm>
            <a:off x="5151714" y="4734099"/>
            <a:ext cx="0" cy="3592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0986A-3A9E-C3C0-FD3E-8850F90BE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58222AF-FDBE-CDD0-7EEA-99684286EA2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27700" y="2052925"/>
            <a:ext cx="6711654" cy="3426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The proposed Smart Learning Management System (LMS) is a centralized web-based platform that enables students, instructors, and administrators to manage academic activities efficiently. </a:t>
            </a:r>
          </a:p>
          <a:p>
            <a:pPr marL="0" indent="0">
              <a:buNone/>
            </a:pPr>
            <a:r>
              <a:rPr lang="en-US" dirty="0"/>
              <a:t>The system provides secure login, course management, learning content sharing, online assessments, and progress tracking through a distributed backend architecture.</a:t>
            </a:r>
          </a:p>
          <a:p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BB1C5C0-A875-3336-9C1E-3231F126F8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3974" y="1063423"/>
            <a:ext cx="705538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Proposed solution:-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035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630" y="464162"/>
            <a:ext cx="7773338" cy="1596177"/>
          </a:xfrm>
        </p:spPr>
        <p:txBody>
          <a:bodyPr/>
          <a:lstStyle/>
          <a:p>
            <a:r>
              <a:rPr dirty="0"/>
              <a:t>Feasibility Analysis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7DAA873-AD84-6084-2337-E87691B64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730" y="1414237"/>
            <a:ext cx="4599709" cy="527858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6400" b="1" dirty="0"/>
              <a:t>Hardware Requirements                    </a:t>
            </a:r>
          </a:p>
          <a:p>
            <a:pPr marL="0" indent="0">
              <a:buNone/>
            </a:pPr>
            <a:r>
              <a:rPr lang="en-US" sz="6400" dirty="0"/>
              <a:t>Laptop (</a:t>
            </a:r>
            <a:r>
              <a:rPr lang="en-US" sz="6600" dirty="0"/>
              <a:t>Windows 11 / Ubuntu Linux)</a:t>
            </a:r>
            <a:endParaRPr lang="en-US" sz="6400" dirty="0"/>
          </a:p>
          <a:p>
            <a:pPr marL="0" lvl="0" indent="0">
              <a:buNone/>
            </a:pPr>
            <a:r>
              <a:rPr lang="en-US" sz="6400" dirty="0"/>
              <a:t>Internet Connection </a:t>
            </a:r>
          </a:p>
          <a:p>
            <a:pPr marL="0" lvl="0" indent="0">
              <a:buNone/>
            </a:pPr>
            <a:endParaRPr lang="en-US" sz="6400" dirty="0"/>
          </a:p>
          <a:p>
            <a:pPr marL="0" indent="0">
              <a:buNone/>
            </a:pPr>
            <a:r>
              <a:rPr lang="en-US" sz="6400" b="1" dirty="0"/>
              <a:t>Software Requirements:</a:t>
            </a:r>
          </a:p>
          <a:p>
            <a:pPr marL="0" indent="0">
              <a:buNone/>
            </a:pPr>
            <a:r>
              <a:rPr lang="en-US" sz="6400" b="1" dirty="0"/>
              <a:t>Programming Languages-</a:t>
            </a:r>
          </a:p>
          <a:p>
            <a:pPr marL="0" lvl="0" indent="0">
              <a:buNone/>
            </a:pPr>
            <a:r>
              <a:rPr lang="en-US" sz="6400" dirty="0"/>
              <a:t>Java </a:t>
            </a:r>
          </a:p>
          <a:p>
            <a:pPr marL="0" lvl="0" indent="0">
              <a:buNone/>
            </a:pPr>
            <a:r>
              <a:rPr lang="en-US" sz="6400" dirty="0"/>
              <a:t>Python </a:t>
            </a:r>
          </a:p>
          <a:p>
            <a:pPr marL="0" lvl="0" indent="0">
              <a:buNone/>
            </a:pPr>
            <a:r>
              <a:rPr lang="en-US" sz="6400" dirty="0"/>
              <a:t>JavaScript </a:t>
            </a:r>
          </a:p>
          <a:p>
            <a:pPr marL="0" lvl="0" indent="0">
              <a:buNone/>
            </a:pPr>
            <a:r>
              <a:rPr lang="en-US" sz="6400" dirty="0"/>
              <a:t>SQL </a:t>
            </a:r>
          </a:p>
          <a:p>
            <a:pPr marL="0" indent="0">
              <a:buNone/>
            </a:pPr>
            <a:r>
              <a:rPr lang="en-US" sz="6400" b="1" dirty="0"/>
              <a:t>Development Tools</a:t>
            </a:r>
          </a:p>
          <a:p>
            <a:pPr marL="0" lvl="0" indent="0">
              <a:buNone/>
            </a:pPr>
            <a:r>
              <a:rPr lang="en-US" sz="6400" dirty="0"/>
              <a:t>Visual Studio Code </a:t>
            </a:r>
          </a:p>
          <a:p>
            <a:pPr marL="0" indent="0">
              <a:buNone/>
            </a:pPr>
            <a:r>
              <a:rPr lang="en-US" sz="6400" b="1" dirty="0"/>
              <a:t>Frameworks</a:t>
            </a:r>
          </a:p>
          <a:p>
            <a:pPr marL="0" lvl="0" indent="0">
              <a:buNone/>
            </a:pPr>
            <a:r>
              <a:rPr lang="en-US" sz="6400" dirty="0"/>
              <a:t>Spring Boot </a:t>
            </a:r>
          </a:p>
          <a:p>
            <a:pPr marL="0" lvl="0" indent="0">
              <a:buNone/>
            </a:pPr>
            <a:r>
              <a:rPr lang="en-US" sz="6400" dirty="0"/>
              <a:t>Fast API </a:t>
            </a:r>
          </a:p>
          <a:p>
            <a:pPr marL="0" lvl="0" indent="0">
              <a:buNone/>
            </a:pPr>
            <a:r>
              <a:rPr lang="en-US" sz="6400" dirty="0"/>
              <a:t>Node.js </a:t>
            </a:r>
          </a:p>
          <a:p>
            <a:pPr marL="0" lvl="0" indent="0">
              <a:buNone/>
            </a:pPr>
            <a:endParaRPr lang="en-US" sz="6400" dirty="0"/>
          </a:p>
          <a:p>
            <a:pPr marL="0" lvl="0" indent="0">
              <a:buNone/>
            </a:pPr>
            <a:endParaRPr lang="en-US" sz="7200" dirty="0"/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57F91C-F22D-F9AE-BFE2-BFA149929B86}"/>
              </a:ext>
            </a:extLst>
          </p:cNvPr>
          <p:cNvSpPr txBox="1"/>
          <p:nvPr/>
        </p:nvSpPr>
        <p:spPr>
          <a:xfrm>
            <a:off x="4480799" y="1414237"/>
            <a:ext cx="4099199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 </a:t>
            </a:r>
            <a:r>
              <a:rPr lang="en-US" b="1" dirty="0"/>
              <a:t>Database</a:t>
            </a:r>
          </a:p>
          <a:p>
            <a:pPr lvl="0"/>
            <a:r>
              <a:rPr lang="en-US" dirty="0"/>
              <a:t>PostgreSQL </a:t>
            </a:r>
          </a:p>
          <a:p>
            <a:pPr lvl="0"/>
            <a:endParaRPr lang="en-US" dirty="0"/>
          </a:p>
          <a:p>
            <a:r>
              <a:rPr lang="en-US" b="1" dirty="0"/>
              <a:t>Authentication &amp; APIs</a:t>
            </a:r>
          </a:p>
          <a:p>
            <a:pPr lvl="0"/>
            <a:r>
              <a:rPr lang="en-US" dirty="0"/>
              <a:t>JWT Authentication </a:t>
            </a:r>
          </a:p>
          <a:p>
            <a:pPr lvl="0"/>
            <a:r>
              <a:rPr lang="en-US" dirty="0"/>
              <a:t>REST APIs</a:t>
            </a:r>
          </a:p>
          <a:p>
            <a:pPr lvl="0"/>
            <a:endParaRPr lang="en-US" dirty="0"/>
          </a:p>
          <a:p>
            <a:r>
              <a:rPr lang="en-US" b="1" dirty="0"/>
              <a:t>Dataset</a:t>
            </a:r>
          </a:p>
          <a:p>
            <a:pPr lvl="0"/>
            <a:r>
              <a:rPr lang="en-US" dirty="0"/>
              <a:t>Self-Collected Academic Data </a:t>
            </a:r>
          </a:p>
          <a:p>
            <a:pPr lvl="1"/>
            <a:r>
              <a:rPr lang="en-US" dirty="0"/>
              <a:t>Student Details </a:t>
            </a:r>
          </a:p>
          <a:p>
            <a:pPr lvl="1"/>
            <a:r>
              <a:rPr lang="en-US" dirty="0"/>
              <a:t>Instructor Details </a:t>
            </a:r>
          </a:p>
          <a:p>
            <a:pPr lvl="1"/>
            <a:r>
              <a:rPr lang="en-US" dirty="0"/>
              <a:t>Course Information </a:t>
            </a:r>
          </a:p>
          <a:p>
            <a:pPr lvl="1"/>
            <a:r>
              <a:rPr lang="en-US" dirty="0"/>
              <a:t>Learning Materials </a:t>
            </a:r>
          </a:p>
          <a:p>
            <a:pPr lvl="1"/>
            <a:r>
              <a:rPr lang="en-US" dirty="0"/>
              <a:t>Assignments </a:t>
            </a:r>
          </a:p>
          <a:p>
            <a:pPr lvl="1"/>
            <a:r>
              <a:rPr lang="en-US" dirty="0"/>
              <a:t>Assessment &amp; Progress Records</a:t>
            </a:r>
          </a:p>
          <a:p>
            <a:pPr lvl="1"/>
            <a:r>
              <a:rPr lang="en-US" b="1" dirty="0"/>
              <a:t>Operating System: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Windows 11 / Ubuntu Linux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345" y="473153"/>
            <a:ext cx="7886700" cy="1325563"/>
          </a:xfrm>
        </p:spPr>
        <p:txBody>
          <a:bodyPr/>
          <a:lstStyle/>
          <a:p>
            <a:r>
              <a:rPr>
                <a:solidFill>
                  <a:schemeClr val="tx1"/>
                </a:solidFill>
              </a:rPr>
              <a:t>Novelty of the Project</a:t>
            </a:r>
            <a:r>
              <a:rPr lang="en-US">
                <a:solidFill>
                  <a:schemeClr val="tx1"/>
                </a:solidFill>
              </a:rPr>
              <a:t>:-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116" y="1485109"/>
            <a:ext cx="7773339" cy="426175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b="1" dirty="0"/>
              <a:t>What makes your project unique?</a:t>
            </a:r>
          </a:p>
          <a:p>
            <a:pPr lvl="0"/>
            <a:r>
              <a:rPr lang="en-US" sz="4800" dirty="0"/>
              <a:t>Provides role-based access for administrators, instructors, and students through secure JWT authentication. 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None/>
            </a:pPr>
            <a:r>
              <a:rPr lang="en-US" sz="4800" dirty="0"/>
              <a:t> 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sz="4800" dirty="0"/>
              <a:t> Uses a distributed backend architecture for better scalability and performance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None/>
            </a:pPr>
            <a:r>
              <a:rPr lang="en-US" sz="4800" dirty="0"/>
              <a:t>    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sz="4800" dirty="0"/>
              <a:t> Integrates both PostgreSQL (structured data) and MongoDB (learning resources and documents). </a:t>
            </a:r>
            <a:br>
              <a:rPr lang="en-US" sz="4800" dirty="0"/>
            </a:br>
            <a:endParaRPr lang="en-US" sz="4800" dirty="0"/>
          </a:p>
          <a:p>
            <a:pPr marL="0" indent="0">
              <a:buNone/>
            </a:pPr>
            <a:r>
              <a:rPr lang="en-US" sz="7200" b="1" dirty="0"/>
              <a:t>How is it different from existing solutions?</a:t>
            </a:r>
          </a:p>
          <a:p>
            <a:pPr lvl="0"/>
            <a:r>
              <a:rPr lang="en-US" sz="4800" dirty="0"/>
              <a:t>Combines multiple backend technologies (Spring Boot, FastAPI, and Node.js) instead of relying on a single backend. </a:t>
            </a:r>
          </a:p>
          <a:p>
            <a:pPr lvl="0"/>
            <a:r>
              <a:rPr lang="en-US" sz="4800" dirty="0"/>
              <a:t>Supports a scalable microservices-based architecture suitable for growing educational institutions. </a:t>
            </a:r>
          </a:p>
          <a:p>
            <a:pPr lvl="0"/>
            <a:r>
              <a:rPr lang="en-US" sz="4800" dirty="0"/>
              <a:t>Offers centralized management of users, courses, learning content, assessments, and academic progress in one platform. </a:t>
            </a:r>
            <a:br>
              <a:rPr lang="en-US" sz="4800" dirty="0"/>
            </a:br>
            <a:endParaRPr lang="en-US" sz="4800" dirty="0"/>
          </a:p>
          <a:p>
            <a:pPr marL="0" indent="0">
              <a:buNone/>
            </a:pPr>
            <a:r>
              <a:rPr lang="en-US" sz="7200" b="1" dirty="0"/>
              <a:t>What new feature or improvement does it provide?</a:t>
            </a:r>
          </a:p>
          <a:p>
            <a:pPr lvl="0"/>
            <a:r>
              <a:rPr lang="en-US" sz="4800" dirty="0"/>
              <a:t>Secure REST APIs with authentication and authorization. </a:t>
            </a:r>
          </a:p>
          <a:p>
            <a:pPr lvl="0"/>
            <a:r>
              <a:rPr lang="en-US" sz="4800" dirty="0"/>
              <a:t>Efficient storage using both relational and NoSQL databases. </a:t>
            </a:r>
          </a:p>
          <a:p>
            <a:pPr lvl="0"/>
            <a:r>
              <a:rPr lang="en-US" sz="4800" dirty="0"/>
              <a:t>Real-time tracking of student progress and academic performance. </a:t>
            </a:r>
          </a:p>
          <a:p>
            <a:pPr lvl="0"/>
            <a:r>
              <a:rPr lang="en-US" sz="4800" dirty="0"/>
              <a:t>Modular design for easy maintenance, deployment, and future feature expansion. </a:t>
            </a:r>
          </a:p>
          <a:p>
            <a:pPr marL="0" indent="0">
              <a:buNone/>
              <a:defRPr sz="2200"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CAAC9A-4D63-04BF-8360-D2E7702021F8}"/>
              </a:ext>
            </a:extLst>
          </p:cNvPr>
          <p:cNvSpPr txBox="1"/>
          <p:nvPr/>
        </p:nvSpPr>
        <p:spPr>
          <a:xfrm>
            <a:off x="1584663" y="1683228"/>
            <a:ext cx="540895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/>
              <a:t>Thank you!!</a:t>
            </a:r>
          </a:p>
        </p:txBody>
      </p:sp>
      <p:pic>
        <p:nvPicPr>
          <p:cNvPr id="4" name="Picture 3" descr="KLH University logo with a stylized red circle and a vibrant, multicolored, gear-like pattern.&#10;&#10;AI-generated content may be incorrect.">
            <a:extLst>
              <a:ext uri="{FF2B5EF4-FFF2-40B4-BE49-F238E27FC236}">
                <a16:creationId xmlns:a16="http://schemas.microsoft.com/office/drawing/2014/main" id="{7B74B122-40B5-49D4-B910-0453D8254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504" y="0"/>
            <a:ext cx="2854037" cy="1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608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</TotalTime>
  <Words>649</Words>
  <Application>Microsoft Office PowerPoint</Application>
  <PresentationFormat>On-screen Show (4:3)</PresentationFormat>
  <Paragraphs>96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Century Gothic</vt:lpstr>
      <vt:lpstr>Wingdings 3</vt:lpstr>
      <vt:lpstr>Ion</vt:lpstr>
      <vt:lpstr>Smart Learning Management System with Distributed Backend Architecture</vt:lpstr>
      <vt:lpstr>Problem Statement:-</vt:lpstr>
      <vt:lpstr>Need for the Project:-</vt:lpstr>
      <vt:lpstr>Project Objectives</vt:lpstr>
      <vt:lpstr>Methodology:-</vt:lpstr>
      <vt:lpstr>Proposed solution:- </vt:lpstr>
      <vt:lpstr>Feasibility Analysis</vt:lpstr>
      <vt:lpstr>Novelty of the Project:-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Sravana Lakskmi Sadhu</cp:lastModifiedBy>
  <cp:revision>1</cp:revision>
  <dcterms:created xsi:type="dcterms:W3CDTF">2013-01-27T09:14:16Z</dcterms:created>
  <dcterms:modified xsi:type="dcterms:W3CDTF">2026-08-01T05:49:05Z</dcterms:modified>
  <cp:category/>
</cp:coreProperties>
</file>